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of Unauthorized Transactions Caused by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Compromised Fintech Customer Accounts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4114800"/>
            <a:ext cx="29260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NuePay  |  Incident Investigation Track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800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Abigail Kwablah  | 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&amp; Incident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NuePay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mobile peer-to-peer payment fintech, ~1,200 active customers.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send and receive funds directly through the NuePay app.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577840" cy="43891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2402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phishing message impersonating NuePay: “Your account is locked. Verify now.”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customers submitted credentials on a fake login page.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authenticated with password only, no OTP, from one external IP/device.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transferred from all 3 accounts to a single external account within minutes of login.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phishing vector and how it induced credential disclosure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attack path from credential theft to unauthorized transactions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authentication and transaction evidence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weaknesses that enabled compromise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activity is externally driven, not insider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practical containment and remediation controls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9659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the 3 compromised accounts, the campaign window, phishing-to-transfer chain, related authentication and transaction logs.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broader NuePay infrastructure, unrelated customers, a full security architecture redesign.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2971800"/>
            <a:ext cx="2560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87752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87752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2971800"/>
            <a:ext cx="2560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35424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5424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7064" y="2971800"/>
            <a:ext cx="2560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83096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3096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4736" y="2971800"/>
            <a:ext cx="2560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30768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0768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30768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22408" y="2971800"/>
            <a:ext cx="2560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378440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78440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37844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114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authentication and transaction log files (25 and 14 events) served as the sole evidence base, cross-referenced at every stage.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accounts compromised (CUST-0231, CUST-0587, CUST-0942) via SMS phishing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attacker logins used password only; every legitimate login used password+otp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external IP/device (Amsterdam) accessed all 3 accounts within a 5-hour window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login was followed by a transfer within ~2 minutes, to one shared external account</a:t>
            </a:r>
            <a:endParaRPr lang="en-US" sz="1400" dirty="0"/>
          </a:p>
        </p:txBody>
      </p:sp>
      <p:pic>
        <p:nvPicPr>
          <p:cNvPr id="5" name="Image 0" descr="/home/claude/repo3/screenshots/logs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554480"/>
            <a:ext cx="5394960" cy="2889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0" y="4526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Login-to-transaction correlation, from investigation evidence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Finding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13,950.00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out of 3 customer accounts to a single external account,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minutes of each phishing-driven login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OTP was NuePay’s standard second factor, but was not enforced on every login path, so a stolen password alone was sufficient for full account access.</a:t>
            </a:r>
            <a:endParaRPr lang="en-US" sz="1350" dirty="0"/>
          </a:p>
        </p:txBody>
      </p:sp>
      <p:pic>
        <p:nvPicPr>
          <p:cNvPr id="6" name="Image 0" descr="/mnt/user-data/outputs/inciden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05840"/>
            <a:ext cx="4754880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727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OTP on every login path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path should accept password alone. Closes the primary root cause.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9864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on device/location anomaly flags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10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 or step-up verify when new-device and new-location flags fire together, instead of only logging them.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245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phishing awareness messaging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6360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notice that NuePay never requests verification via SMS link, plus an easy reporting path.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correlation across authentication and transaction data was the core investigative skill; the incident only becomes visible when the two files are read together.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analysis correctly surfaced the primary anomaly, but required human verification to correlate across files and map to MITRE ATT&amp;CK.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that exists (OTP) is not the same as a control that is enforced, and the gap between the two was the actual root cause.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build the anomaly-detection and transaction datasets together from the start, rather than sequentially.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2026-09-24T23:15:40Z</dcterms:created>
  <dcterms:modified xsi:type="dcterms:W3CDTF">2026-09-24T23:15:40Z</dcterms:modified>
</cp:coreProperties>
</file>